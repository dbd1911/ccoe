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 — NO CUI OR CLASSIFIED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&amp; Data Flow Notation Standard — v2.8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these shapes. Every diagram must carry: as-built validation date, VLAN/segment labels, and one arrow per data flow with protocol + port.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371600" cy="914400"/>
          </a:xfrm>
          <a:prstGeom prst="roundRect">
            <a:avLst/>
          </a:prstGeom>
          <a:solidFill>
            <a:srgbClr val="EDEFE6"/>
          </a:solidFill>
          <a:ln w="19050">
            <a:solidFill>
              <a:srgbClr val="4B532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901952" y="1234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BOUNDARY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1371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25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1234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/ Host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 + OS)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1371600" cy="914400"/>
          </a:xfrm>
          <a:prstGeom prst="rect">
            <a:avLst/>
          </a:prstGeom>
          <a:solidFill>
            <a:srgbClr val="FFF3C4"/>
          </a:solidFill>
          <a:ln w="19050">
            <a:solidFill>
              <a:srgbClr val="B075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62672" y="1234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(via ISA/MOU #)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1371600" cy="914400"/>
          </a:xfrm>
          <a:prstGeom prst="ellipse">
            <a:avLst/>
          </a:prstGeom>
          <a:solidFill>
            <a:srgbClr val="E8EEF4"/>
          </a:solidFill>
          <a:ln w="19050">
            <a:solidFill>
              <a:srgbClr val="325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01952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37560" y="2651760"/>
            <a:ext cx="1371600" cy="914400"/>
          </a:xfrm>
          <a:prstGeom prst="can">
            <a:avLst/>
          </a:prstGeom>
          <a:solidFill>
            <a:srgbClr val="EDEFE6"/>
          </a:solidFill>
          <a:ln w="19050">
            <a:solidFill>
              <a:srgbClr val="3F6B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(encryption noted)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2651760"/>
            <a:ext cx="1371600" cy="914400"/>
          </a:xfrm>
          <a:prstGeom prst="diamond">
            <a:avLst/>
          </a:prstGeom>
          <a:solidFill>
            <a:srgbClr val="F4E6E5"/>
          </a:solidFill>
          <a:ln w="19050">
            <a:solidFill>
              <a:srgbClr val="9E2B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62672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Point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1371600" cy="0"/>
          </a:xfrm>
          <a:prstGeom prst="line">
            <a:avLst/>
          </a:prstGeom>
          <a:noFill/>
          <a:ln w="25400">
            <a:solidFill>
              <a:srgbClr val="1E211C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901952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label with protocol/port (e.g., HTTPS/443)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0" y="4251960"/>
            <a:ext cx="1097280" cy="0"/>
          </a:xfrm>
          <a:prstGeom prst="line">
            <a:avLst/>
          </a:prstGeom>
          <a:noFill/>
          <a:ln w="25400">
            <a:solidFill>
              <a:srgbClr val="9E2B25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839712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Cross-boundary flow (requires ISA)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 — NO CUI OR CLASSIFIED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Canvas — [SYSTEM] As-Built Boundary (validated [DATE])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760720" cy="3749040"/>
          </a:xfrm>
          <a:prstGeom prst="roundRect">
            <a:avLst>
              <a:gd name="adj" fmla="val 1463"/>
            </a:avLst>
          </a:prstGeom>
          <a:solidFill>
            <a:srgbClr val="FBFCF8"/>
          </a:solidFill>
          <a:ln w="25400">
            <a:solidFill>
              <a:srgbClr val="4B532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841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 BOUNDARY — [SYSTEM] · [SEGMENTS]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components here using the stencil on slide 1.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A6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needs protocol + port. Cross-boundary arrows are dashed red and cite the ISA.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49440" y="1371600"/>
            <a:ext cx="1645920" cy="777240"/>
          </a:xfrm>
          <a:prstGeom prst="rect">
            <a:avLst/>
          </a:prstGeom>
          <a:solidFill>
            <a:srgbClr val="FFF3C4"/>
          </a:solidFill>
          <a:ln w="15875">
            <a:solidFill>
              <a:srgbClr val="B075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371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[ISA #]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949440" y="3017520"/>
            <a:ext cx="1645920" cy="822960"/>
          </a:xfrm>
          <a:prstGeom prst="ellipse">
            <a:avLst/>
          </a:prstGeom>
          <a:solidFill>
            <a:srgbClr val="E8EEF4"/>
          </a:solidFill>
          <a:ln w="15875">
            <a:solidFill>
              <a:srgbClr val="325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community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Boundary &amp; Data Flow Diagrams v2.8</dc:title>
  <dc:subject>PptxGenJS Presentation</dc:subject>
  <dc:creator>CCoE Cybersecurity Office</dc:creator>
  <cp:lastModifiedBy>CCoE Cybersecurity Office</cp:lastModifiedBy>
  <cp:revision>1</cp:revision>
  <dcterms:created xsi:type="dcterms:W3CDTF">2026-07-02T11:53:22Z</dcterms:created>
  <dcterms:modified xsi:type="dcterms:W3CDTF">2026-07-02T11:53:22Z</dcterms:modified>
</cp:coreProperties>
</file>