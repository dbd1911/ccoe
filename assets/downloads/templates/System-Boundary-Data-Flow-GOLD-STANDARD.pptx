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&amp; Data Flow Notation Standard — v2.8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these shapes. Every diagram must carry: as-built validation date, VLAN/segment labels, and one arrow per data flow with protocol + port.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914400"/>
          </a:xfrm>
          <a:prstGeom prst="roundRect">
            <a:avLst/>
          </a:prstGeom>
          <a:solidFill>
            <a:srgbClr val="EDEFE6"/>
          </a:solidFill>
          <a:ln w="19050">
            <a:solidFill>
              <a:srgbClr val="4B532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901952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BOUNDARY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25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Host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 + OS)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1371600" cy="914400"/>
          </a:xfrm>
          <a:prstGeom prst="rect">
            <a:avLst/>
          </a:prstGeom>
          <a:solidFill>
            <a:srgbClr val="FFF3C4"/>
          </a:solidFill>
          <a:ln w="19050">
            <a:solidFill>
              <a:srgbClr val="B075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ISA/MOU #)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371600" cy="914400"/>
          </a:xfrm>
          <a:prstGeom prst="ellipse">
            <a:avLst/>
          </a:prstGeom>
          <a:solidFill>
            <a:srgbClr val="E8EEF4"/>
          </a:solidFill>
          <a:ln w="19050">
            <a:solidFill>
              <a:srgbClr val="325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2651760"/>
            <a:ext cx="1371600" cy="914400"/>
          </a:xfrm>
          <a:prstGeom prst="can">
            <a:avLst/>
          </a:prstGeom>
          <a:solidFill>
            <a:srgbClr val="EDEFE6"/>
          </a:solidFill>
          <a:ln w="19050">
            <a:solidFill>
              <a:srgbClr val="3F6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(encryption noted)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1371600" cy="914400"/>
          </a:xfrm>
          <a:prstGeom prst="diamond">
            <a:avLst/>
          </a:prstGeom>
          <a:solidFill>
            <a:srgbClr val="F4E6E5"/>
          </a:solidFill>
          <a:ln w="19050">
            <a:solidFill>
              <a:srgbClr val="9E2B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Point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371600" cy="0"/>
          </a:xfrm>
          <a:prstGeom prst="line">
            <a:avLst/>
          </a:prstGeom>
          <a:noFill/>
          <a:ln w="25400">
            <a:solidFill>
              <a:srgbClr val="1E211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901952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label with protocol/port (e.g., HTTPS/443)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4251960"/>
            <a:ext cx="1097280" cy="0"/>
          </a:xfrm>
          <a:prstGeom prst="line">
            <a:avLst/>
          </a:prstGeom>
          <a:noFill/>
          <a:ln w="25400">
            <a:solidFill>
              <a:srgbClr val="9E2B25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839712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Cross-boundary flow (requires ISA)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— LOGNET-04 As-Built Boundary (validated 2026-05-28)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760720" cy="3749040"/>
          </a:xfrm>
          <a:prstGeom prst="roundRect">
            <a:avLst>
              <a:gd name="adj" fmla="val 1463"/>
            </a:avLst>
          </a:prstGeom>
          <a:solidFill>
            <a:srgbClr val="FBFCF8"/>
          </a:solidFill>
          <a:ln w="25400">
            <a:solidFill>
              <a:srgbClr val="4B532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 BOUNDARY — LOGNET-04 · VLANs 210–214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14173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25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71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tier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LN4-SRV-01/02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4173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25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371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5.2.1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1234440" cy="822960"/>
          </a:xfrm>
          <a:prstGeom prst="can">
            <a:avLst/>
          </a:prstGeom>
          <a:solidFill>
            <a:srgbClr val="EDEFE6"/>
          </a:solidFill>
          <a:ln w="15875">
            <a:solidFill>
              <a:srgbClr val="3F6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9844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1417320" cy="685800"/>
          </a:xfrm>
          <a:prstGeom prst="rect">
            <a:avLst/>
          </a:prstGeom>
          <a:solidFill>
            <a:srgbClr val="F4F5EF"/>
          </a:solidFill>
          <a:ln w="15875">
            <a:solidFill>
              <a:srgbClr val="5A61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segment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214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34640" y="3200400"/>
            <a:ext cx="1051560" cy="868680"/>
          </a:xfrm>
          <a:prstGeom prst="diamond">
            <a:avLst/>
          </a:prstGeom>
          <a:solidFill>
            <a:srgbClr val="F4E6E5"/>
          </a:solidFill>
          <a:ln w="15875">
            <a:solidFill>
              <a:srgbClr val="9E2B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20040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WR-2218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94560" y="1709928"/>
            <a:ext cx="502920" cy="0"/>
          </a:xfrm>
          <a:prstGeom prst="line">
            <a:avLst/>
          </a:prstGeom>
          <a:noFill/>
          <a:ln w="19050">
            <a:solidFill>
              <a:srgbClr val="1E211C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084832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1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HTTPS/8443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0" y="1709928"/>
            <a:ext cx="502920" cy="0"/>
          </a:xfrm>
          <a:prstGeom prst="line">
            <a:avLst/>
          </a:prstGeom>
          <a:noFill/>
          <a:ln w="19050">
            <a:solidFill>
              <a:srgbClr val="1E211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041648" y="1463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1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TLS/5432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55848" y="2057400"/>
            <a:ext cx="0" cy="1143000"/>
          </a:xfrm>
          <a:prstGeom prst="line">
            <a:avLst/>
          </a:prstGeom>
          <a:noFill/>
          <a:ln w="19050">
            <a:solidFill>
              <a:srgbClr val="1E211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1371600"/>
            <a:ext cx="1645920" cy="777240"/>
          </a:xfrm>
          <a:prstGeom prst="rect">
            <a:avLst/>
          </a:prstGeom>
          <a:solidFill>
            <a:srgbClr val="FFF3C4"/>
          </a:solidFill>
          <a:ln w="15875">
            <a:solidFill>
              <a:srgbClr val="B075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371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ISA-2026-014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737360"/>
            <a:ext cx="73152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199632" y="14813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SFTP/22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49440" y="3017520"/>
            <a:ext cx="1645920" cy="822960"/>
          </a:xfrm>
          <a:prstGeom prst="ellipse">
            <a:avLst/>
          </a:prstGeom>
          <a:solidFill>
            <a:srgbClr val="E8EEF4"/>
          </a:solidFill>
          <a:ln w="15875">
            <a:solidFill>
              <a:srgbClr val="325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users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 via campus net)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40880" y="2999232"/>
            <a:ext cx="-914400" cy="-914400"/>
          </a:xfrm>
          <a:prstGeom prst="line">
            <a:avLst/>
          </a:prstGeom>
          <a:noFill/>
          <a:ln w="19050">
            <a:solidFill>
              <a:srgbClr val="1E211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126480" y="2514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1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HTTPS/443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Boundary &amp; Data Flow Diagrams v2.8</dc:title>
  <dc:subject>PptxGenJS Presentation</dc:subject>
  <dc:creator>CCoE Cybersecurity Office</dc:creator>
  <cp:lastModifiedBy>CCoE Cybersecurity Office</cp:lastModifiedBy>
  <cp:revision>1</cp:revision>
  <dcterms:created xsi:type="dcterms:W3CDTF">2026-07-02T11:53:22Z</dcterms:created>
  <dcterms:modified xsi:type="dcterms:W3CDTF">2026-07-02T11:53:22Z</dcterms:modified>
</cp:coreProperties>
</file>