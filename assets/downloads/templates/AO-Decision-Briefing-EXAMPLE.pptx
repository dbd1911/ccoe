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29260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DECISION BRIEFING — LOGNET-04 REAUTHORIZATION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55080" y="32918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1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v5.1 · 2026-06-05 · ISSM: R. Alvarez · Pathway: Full ATO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321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5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MISSION &amp;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1430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requisition flow for three supported brigades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application · IL4 · Moderate-Moderate-Moderate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Boundary: enclave VLANs 210–214 + mgmt segment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99432" y="7772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8321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RISK PICTURE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1430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MODERATE — 2 CAT II open, 0 CAT I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risk: web-tier compromise halts automated requisitions; manual fallback ≈ 40% throughput for 72h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 CVE-2026-31822 remediated + verified 13 JUN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28346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" y="28895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CONDITIONS &amp; MITIGATIONS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" y="32004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PM-2391 (audit retention) within 45 days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WAF rule verification reported to AODR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risk after conditions: LOW-MODERATE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99432" y="28346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28895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REQUEST &amp; DECISION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32004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Request: 3-year ATO with 2 conditions above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by ISSM 05 JUN · SCA concur 04 JUN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/ signature: ________________________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AO Decision Briefing — Quad Chart v5.1</dc:title>
  <dc:subject>PptxGenJS Presentation</dc:subject>
  <dc:creator>CCoE Cybersecurity Office</dc:creator>
  <cp:lastModifiedBy>CCoE Cybersecurity Office</cp:lastModifiedBy>
  <cp:revision>1</cp:revision>
  <dcterms:created xsi:type="dcterms:W3CDTF">2026-07-02T11:53:22Z</dcterms:created>
  <dcterms:modified xsi:type="dcterms:W3CDTF">2026-07-02T11:53:22Z</dcterms:modified>
</cp:coreProperties>
</file>