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219456"/>
          </a:xfrm>
          <a:prstGeom prst="rect">
            <a:avLst/>
          </a:prstGeom>
          <a:solidFill>
            <a:srgbClr val="EDEF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B53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UNCLASSIFIED // DEMONSTRATION TEMPLATE — NO CUI OR CLASSIFIED DATA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0" y="4924044"/>
            <a:ext cx="9144000" cy="219456"/>
          </a:xfrm>
          <a:prstGeom prst="rect">
            <a:avLst/>
          </a:prstGeom>
          <a:solidFill>
            <a:srgbClr val="EDEF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B53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UNCLASSIFIED // DEMONSTRATION TEMPLATE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29260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B5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DECISION BRIEFING — [SYSTEM / PACKAGE]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355080" y="329184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1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v5.1 · [DATE] · ISSM: [NAME] · Pathway: [ATO TYPE]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4224528" cy="1993392"/>
          </a:xfrm>
          <a:prstGeom prst="roundRect">
            <a:avLst>
              <a:gd name="adj" fmla="val 1835"/>
            </a:avLst>
          </a:prstGeom>
          <a:solidFill>
            <a:srgbClr val="FFFFFF"/>
          </a:solidFill>
          <a:ln w="12700">
            <a:solidFill>
              <a:srgbClr val="C9CD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32104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25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MISSION &amp; SYSTEM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" y="1143000"/>
            <a:ext cx="4005072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i="1" dirty="0">
                <a:solidFill>
                  <a:srgbClr val="5A61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this system enables (plain language)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i="1" dirty="0">
                <a:solidFill>
                  <a:srgbClr val="5A61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type · impact level · categorization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i="1" dirty="0">
                <a:solidFill>
                  <a:srgbClr val="5A61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boundary statement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99432" y="777240"/>
            <a:ext cx="4224528" cy="1993392"/>
          </a:xfrm>
          <a:prstGeom prst="roundRect">
            <a:avLst>
              <a:gd name="adj" fmla="val 1835"/>
            </a:avLst>
          </a:prstGeom>
          <a:solidFill>
            <a:srgbClr val="FFFFFF"/>
          </a:solidFill>
          <a:ln w="12700">
            <a:solidFill>
              <a:srgbClr val="C9CD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9160" y="832104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RISK PICTURE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09160" y="1143000"/>
            <a:ext cx="4005072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i="1" dirty="0">
                <a:solidFill>
                  <a:srgbClr val="5A61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risk level and finding counts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i="1" dirty="0">
                <a:solidFill>
                  <a:srgbClr val="5A61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mission risk in mission terms (not CVE lists)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i="1" dirty="0">
                <a:solidFill>
                  <a:srgbClr val="5A61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KEV / exploited items and their status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0040" y="2834640"/>
            <a:ext cx="4224528" cy="1993392"/>
          </a:xfrm>
          <a:prstGeom prst="roundRect">
            <a:avLst>
              <a:gd name="adj" fmla="val 1835"/>
            </a:avLst>
          </a:prstGeom>
          <a:solidFill>
            <a:srgbClr val="FFFFFF"/>
          </a:solidFill>
          <a:ln w="12700">
            <a:solidFill>
              <a:srgbClr val="C9CD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9768" y="2889504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7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CONDITIONS &amp; MITIGATIONS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29768" y="3200400"/>
            <a:ext cx="4005072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i="1" dirty="0">
                <a:solidFill>
                  <a:srgbClr val="5A61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authorization conditions (dated, ownable)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i="1" dirty="0">
                <a:solidFill>
                  <a:srgbClr val="5A61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Compensating controls in place today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i="1" dirty="0">
                <a:solidFill>
                  <a:srgbClr val="5A61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risk after conditions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99432" y="2834640"/>
            <a:ext cx="4224528" cy="1993392"/>
          </a:xfrm>
          <a:prstGeom prst="roundRect">
            <a:avLst>
              <a:gd name="adj" fmla="val 1835"/>
            </a:avLst>
          </a:prstGeom>
          <a:solidFill>
            <a:srgbClr val="FFFFFF"/>
          </a:solidFill>
          <a:ln w="12700">
            <a:solidFill>
              <a:srgbClr val="C9CD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09160" y="2889504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6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REQUEST &amp; DECISION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09160" y="3200400"/>
            <a:ext cx="4005072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i="1" dirty="0">
                <a:solidFill>
                  <a:srgbClr val="5A61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specific decision requested (duration, type)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i="1" dirty="0">
                <a:solidFill>
                  <a:srgbClr val="5A61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Endorsements obtained (ISSM, SCA, System Owner)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i="1" dirty="0">
                <a:solidFill>
                  <a:srgbClr val="5A61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/ signature line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AO Decision Briefing — Quad Chart v5.1</dc:title>
  <dc:subject>PptxGenJS Presentation</dc:subject>
  <dc:creator>CCoE Cybersecurity Office</dc:creator>
  <cp:lastModifiedBy>CCoE Cybersecurity Office</cp:lastModifiedBy>
  <cp:revision>1</cp:revision>
  <dcterms:created xsi:type="dcterms:W3CDTF">2026-07-02T11:53:22Z</dcterms:created>
  <dcterms:modified xsi:type="dcterms:W3CDTF">2026-07-02T11:53:22Z</dcterms:modified>
</cp:coreProperties>
</file>