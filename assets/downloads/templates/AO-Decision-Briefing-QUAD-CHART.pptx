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DECISION BRIEFING — [SYSTEM / PACKAGE]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3291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v5.1 · [DATE] · ISSM: [NAME] · Pathway: [ATO TYPE]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321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MISSION &amp;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this system enables (plain language)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type · impact level · categorization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boundary statement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99432" y="7772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321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RISK PICTURE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1430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level and finding counts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mission risk in mission terms (not CVE lists)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KEV / exploited items and their status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889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CONDITIONS &amp; MITIGATIONS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32004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authorization conditions (dated, ownable)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controls in place today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 after conditions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9432" y="28346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889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REQUEST &amp; 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decision requested (duration, type)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Endorsements obtained (ISSM, SCA, System Owner)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signature line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 Decision Briefing — Quad Chart v5.1</dc:title>
  <dc:subject>PptxGenJS Presentation</dc:subject>
  <dc:creator>CCoE Cybersecurity Office</dc:creator>
  <cp:lastModifiedBy>CCoE Cybersecurity Office</cp:lastModifiedBy>
  <cp:revision>1</cp:revision>
  <dcterms:created xsi:type="dcterms:W3CDTF">2026-07-02T11:53:22Z</dcterms:created>
  <dcterms:modified xsi:type="dcterms:W3CDTF">2026-07-02T11:53:22Z</dcterms:modified>
</cp:coreProperties>
</file>