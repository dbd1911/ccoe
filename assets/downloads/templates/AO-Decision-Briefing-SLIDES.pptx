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19456"/>
          </a:xfrm>
          <a:prstGeom prst="rect">
            <a:avLst/>
          </a:prstGeom>
          <a:solidFill>
            <a:srgbClr val="EDEF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B5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UNCLASSIFIED // DEMONSTRATION TEMPLATE — NO CUI OR CLASSIFIED DATA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0" y="4924044"/>
            <a:ext cx="9144000" cy="219456"/>
          </a:xfrm>
          <a:prstGeom prst="rect">
            <a:avLst/>
          </a:prstGeom>
          <a:solidFill>
            <a:srgbClr val="EDEF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B5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UNCLASSIFIED // DEMONSTRATION TEMPLATE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B5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Decision Briefing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4B5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[System / Package Name]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 the Authorizing Official · [DATE] · Prepared by [NAME, ROLE]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42976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1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 v5.1 · 2026-06-01 · Owner: Cybersecurity Office · Approval: CISO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19456"/>
          </a:xfrm>
          <a:prstGeom prst="rect">
            <a:avLst/>
          </a:prstGeom>
          <a:solidFill>
            <a:srgbClr val="EDEF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B5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UNCLASSIFIED // DEMONSTRATION TEMPLATE — NO CUI OR CLASSIFIED DATA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0" y="4924044"/>
            <a:ext cx="9144000" cy="219456"/>
          </a:xfrm>
          <a:prstGeom prst="rect">
            <a:avLst/>
          </a:prstGeom>
          <a:solidFill>
            <a:srgbClr val="EDEF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B5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UNCLASSIFIED // DEMONSTRATION TEMPLATE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B5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&amp; System Overview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15875">
            <a:solidFill>
              <a:srgbClr val="C9CD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43000"/>
            <a:ext cx="81381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i="1" dirty="0">
                <a:solidFill>
                  <a:srgbClr val="5A6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mission does this system enable, in one sentence a commander would use?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i="1" dirty="0">
                <a:solidFill>
                  <a:srgbClr val="5A6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type, impact level, categorization (from FIPS 199 worksheet).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i="1" dirty="0">
                <a:solidFill>
                  <a:srgbClr val="5A6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in one sentence; name governing ISAs/MOUs.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19456"/>
          </a:xfrm>
          <a:prstGeom prst="rect">
            <a:avLst/>
          </a:prstGeom>
          <a:solidFill>
            <a:srgbClr val="EDEF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B5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UNCLASSIFIED // DEMONSTRATION TEMPLATE — NO CUI OR CLASSIFIED DATA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0" y="4924044"/>
            <a:ext cx="9144000" cy="219456"/>
          </a:xfrm>
          <a:prstGeom prst="rect">
            <a:avLst/>
          </a:prstGeom>
          <a:solidFill>
            <a:srgbClr val="EDEF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B5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UNCLASSIFIED // DEMONSTRATION TEMPLATE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B5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Results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15875">
            <a:solidFill>
              <a:srgbClr val="C9CD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43000"/>
            <a:ext cx="81381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i="1" dirty="0">
                <a:solidFill>
                  <a:srgbClr val="5A6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window, SAR delivery date.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i="1" dirty="0">
                <a:solidFill>
                  <a:srgbClr val="5A6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counts by severity; call out anything unusual.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i="1" dirty="0">
                <a:solidFill>
                  <a:srgbClr val="5A6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of any KEV or actively exploited items — the AO will ask.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19456"/>
          </a:xfrm>
          <a:prstGeom prst="rect">
            <a:avLst/>
          </a:prstGeom>
          <a:solidFill>
            <a:srgbClr val="EDEF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B5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UNCLASSIFIED // DEMONSTRATION TEMPLATE — NO CUI OR CLASSIFIED DATA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0" y="4924044"/>
            <a:ext cx="9144000" cy="219456"/>
          </a:xfrm>
          <a:prstGeom prst="rect">
            <a:avLst/>
          </a:prstGeom>
          <a:solidFill>
            <a:srgbClr val="EDEF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B5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UNCLASSIFIED // DEMONSTRATION TEMPLATE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B5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Risk (the slide that matters)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15875">
            <a:solidFill>
              <a:srgbClr val="C9CD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43000"/>
            <a:ext cx="81381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i="1" dirty="0">
                <a:solidFill>
                  <a:srgbClr val="5A6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the top technical finding into mission consequence (what stops, for how long, affecting whom).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i="1" dirty="0">
                <a:solidFill>
                  <a:srgbClr val="5A6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 × impact, with one line of rationale each.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i="1" dirty="0">
                <a:solidFill>
                  <a:srgbClr val="5A6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brief scanner output — brief what the AO is accepting.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19456"/>
          </a:xfrm>
          <a:prstGeom prst="rect">
            <a:avLst/>
          </a:prstGeom>
          <a:solidFill>
            <a:srgbClr val="EDEF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B5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UNCLASSIFIED // DEMONSTRATION TEMPLATE — NO CUI OR CLASSIFIED DATA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0" y="4924044"/>
            <a:ext cx="9144000" cy="219456"/>
          </a:xfrm>
          <a:prstGeom prst="rect">
            <a:avLst/>
          </a:prstGeom>
          <a:solidFill>
            <a:srgbClr val="EDEF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B5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UNCLASSIFIED // DEMONSTRATION TEMPLATE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B5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Conditions, Residual Risk &amp; Request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15875">
            <a:solidFill>
              <a:srgbClr val="C9CD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43000"/>
            <a:ext cx="81381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i="1" dirty="0">
                <a:solidFill>
                  <a:srgbClr val="5A6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condition: dated, measurable, with a named owner.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i="1" dirty="0">
                <a:solidFill>
                  <a:srgbClr val="5A6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risk after conditions (matches Executive Risk Summary).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i="1" dirty="0">
                <a:solidFill>
                  <a:srgbClr val="5A6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specific decision requested: type and duration.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19456"/>
          </a:xfrm>
          <a:prstGeom prst="rect">
            <a:avLst/>
          </a:prstGeom>
          <a:solidFill>
            <a:srgbClr val="EDEF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B5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UNCLASSIFIED // DEMONSTRATION TEMPLATE — NO CUI OR CLASSIFIED DATA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0" y="4924044"/>
            <a:ext cx="9144000" cy="219456"/>
          </a:xfrm>
          <a:prstGeom prst="rect">
            <a:avLst/>
          </a:prstGeom>
          <a:solidFill>
            <a:srgbClr val="EDEF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B5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UNCLASSIFIED // DEMONSTRATION TEMPLATE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B5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— Required Artifacts on File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9377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Artifact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53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/ Location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532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1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SSP (current)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1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[version / location]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1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 / RAW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1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[status]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1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POA&amp;M export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1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[date]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1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Executive risk summary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1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[status]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1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Routing checklist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1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[status]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AO Decision Briefing — Slides v5.1</dc:title>
  <dc:subject>PptxGenJS Presentation</dc:subject>
  <dc:creator>CCoE Cybersecurity Office</dc:creator>
  <cp:lastModifiedBy>CCoE Cybersecurity Office</cp:lastModifiedBy>
  <cp:revision>1</cp:revision>
  <dcterms:created xsi:type="dcterms:W3CDTF">2026-07-02T11:53:22Z</dcterms:created>
  <dcterms:modified xsi:type="dcterms:W3CDTF">2026-07-02T11:53:22Z</dcterms:modified>
</cp:coreProperties>
</file>