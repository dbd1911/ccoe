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"/>
            <a:ext cx="12" cy="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C9A227"/>
                </a:solidFill>
              </a:rPr>
              <a:t>CCoE Operational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>
                <a:solidFill>
                  <a:srgbClr val="F4F4F0"/>
                </a:solidFill>
              </a:rPr>
              <a:t>What the Workforce Gets — Full Capability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AA5B0"/>
                </a:solidFill>
              </a:rPr>
              <a:t>Prepared by the Cybersecurity Office · October 2026 · UNCLASSIFIED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Why This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The problem: RMF knowledge lived in 40 disconnected SharePoint folders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The answer: one operational hub — every artifact, tool, metric, and pathway in one place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Today: 24 pages · 75 sections · 207 searchable answers · 36 authority documents · 50 downloadable files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Live data: threat feeds auto-refreshed from CISA/NVD/MSRC on weekdays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Every role has a landing path: you see YOUR tasks, not the whole sitemap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The Command Center — Home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Cyber Alerts ticker — KEV act-nows, policy changes, deadlines; newest CISA KEV enters automatically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Portfolio Health at a Glance — ATO health %, open POA&amp;Ms, queue depth, high-risk systems (with trend arrows)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Authorization Mix donut — Full 58 · Conditional 7 · IATT 4 · ATC 2 · Expiring 9 · In Process 4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POA&amp;M Severity bars — CAT I 23 · CAT II 96 · Medium 141 · Low 52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Command Emphasis — the five things leadership wants attention on this month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CYBER ALERTS + Role-Based Entry Points — pick your badge (ISSO, ISSM, SCA, Owner, Engineer, CISO, Contractor, New) and land on your lane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4AD86C"/>
                </a:solidFill>
              </a:rPr>
              <a:t>All numbers updated monthly from ONE data file — no HTML 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RMF Operations Hub &amp; 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The Seven Steps, with job aids and checklists at each step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10 authorization pathways explained: Full ATO, IATT, Conditional, ATC-Only, Assess-Only, Standalone, Closed-Restricted, Agile/Continuous, Extension, Reciprocity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The SLA clock: KEV 7 days · CAT I 15 · CAT II 30 · Medium 90 · Low 180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Live open-POA&amp;M dashboard with aging + status (overdue / at-risk / on-track / review)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Finding-to-verified-closure engine: evidence rules, quality review, escalation triggers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Assessment &amp; Authorization Calendar with downloadable Outlook (.ics) files, expiring within 180 days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Threat Intelligence — Always Current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This Week’s Threat Picture — the Monday-morning narrative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KEV items mapped to OUR systems, with track status (Daily / Watch / Plan)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Live external feeds, auto-refreshed: CISA KEV (1,700+ entries), NVD CRITICALs, MSRC monthly, Ubuntu &amp; Red Hat notices, Nessus plugins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MITRE ATT&amp;CK techniques mapped to our weak points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Feeds are the site’s own automatic pipeline — no human has to babysit them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Governance, Risk &amp; Inspection Readiness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Oversight Authority Model + Cyber Governance Board + RACI tiles — who decides what, with no orphan tasks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"If it wasn’t recorded, it wasn’t decided"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Risk Center: live severity calculator, four-factor AO decision frame, CVE-to-Mission-Language translator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Inspection &amp; Audit Readiness: master checklist, the 8-tab binder standard, top recurring findings, mock-inspection playbook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Portfolio-in-one-screen dashboards for the CISO/AODR persona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Workforce Development &amp;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DoDI 8140.02 readiness at a glance: DCWF coding %, foundational qualification %, grace-window count, IDPs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Role deep-dives with DCWF codes: ISSO 722/723 · ISSM 612 · SCA 801/802 · Owner 621/631 — duties + the artifacts YOU own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"What counts, for whom" — the common core everyone completes in 60 days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Training Academy: 30 courses, 3 proficiency tiers, knowledge checks + 80% capstones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CSO Cyber Range: 31 live modules — practice on fiction, perform on fact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Mentorship pairings, 90-day rotations, and the ACMA acquisition career center with DAWIA/CLP guidance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The Tool Belt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VulneraSight — correlates ACAS/STIG findings against threat context; drafts reviewable POA&amp;M narratives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Aegis.AI Risk Command — portfolio posture, budget optimization, AI-drafted (human-signed) authorization memos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CSO Cyber Range Console — the practice environment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The real-world belt: eMASS (with the standard access workflow: CAC → sponsorship → 5-day provisioning), ACAS, SCC 1.3, STIG Viewer, Power BI, NICCS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AI With Guardrails — Not Banned, Governed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The rules on one page: permitted platforms vs. prohibited uses — "no exceptions" list included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Agent Catalog: 12 approved AI agents — RMF Package Drafter, POA&amp;M Triage, STIG Checker, Inspection Validator, 8140 Mapper, Tabletop Generator, more — each with a named owner and a request-access flow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Hosted Prompt Library: vetted, categorized, sanitized-prompt patterns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5 reviewable-draft patterns: control narratives, policy summaries, POA&amp;M decomposition, tabletop injects, AAR drafts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Automation intake with a paper trail: Submit → Triage → Build &amp; Govern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The Libraries — Everything, Version-Controlled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Templates: 33 files — every RMF artifact as a BLANK + GOLD-STANDARD pair (SSP blocks, Risk Acceptance Memo, AO Briefing, POA&amp;M evidence forms, boundary stencils…)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Policies: 14 controlled documents with version/effective/supersedes metadata (RMF Execution v4.0, CM Rubric v3.2, CUI Directive v2.2, AI Governance v1.0…)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References: 36 authoritative source documents direct-linked to publishers — DoDI 8510.01, AR 25-2, SP 800-53, CSF 2.0, ATT&amp;CK, DISA STIGs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Acquisition: 9-clause library + minimum deliverable set + cost-estimating guide + the 4 contract touchpoints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FAQ &amp; Knowledge Base: 207 answers + full-site search + the CCoE glossary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Community &amp;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Five standing office hours — no appointment, no slides: eMASS Open Lab, RMF Clinic, Vuln &amp; POA&amp;M Surgery, ARB Pre-Brief, Ask the CISO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Four communities of practice: ISSO Forum, Assessors’ Roundtable, Cloud &amp; DevSecOps Guild, OT/Standalone Circle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Ask the CISO — anonymous question box; answered live monthly or in writing within 2 weeks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Contact routing table with response SLAs — and incidents never use it (24/7 incident inbox instead)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Fixed This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Threat-feed automation restored — the pipeline was silently stalled; feeds had gone 116 days stale. Now: weekdays 07:00 UTC, verified live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Threat Intel page now shows CURRENT CISA KEV / NVD / MSRC data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Full-site crawl verified: 24 pages, zero broken links, every page indexed in search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Complete capability inventory created (this briefing = the result)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Before Workforce Launch —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1. Verify the "real" items: office hours cadence, CoP meetings, the 12 agents’ existence, Academy course availability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2. First REAL monthly metrics roll — today’s numbers are seed values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3. Replace placeholder office email in 3 contact links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4. Newsletter: revive as launch channel, or hide until real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5. Mentorship &amp; rotations: real programs or remove until staffed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The .mil Move — What Changes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Same site, two tiers: PUBLIC side shows aggregates only; .mil side shows named systems, POA&amp;Ms, ISSOs, expiration dates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Environment-aware links: .mil-only links (eMASS deep, enclave tools) live ONLY on the .mil copy — nothing to de-synchronize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Calendar becomes EXPIRATIONS-ONLY post-assessment-era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Editing on .mil: same JSON data files, no HTML — agent-assisted or simple form editor; pipeline death ≠ hand-jamming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CISA/public links stay on BOTH sides (mil can reach public web)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C9A227"/>
                </a:solidFill>
              </a:rPr>
              <a:t>Path to 90%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"/>
            <a:ext cx="12" cy="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500">
                <a:solidFill>
                  <a:srgbClr val="F4F4F0"/>
                </a:solidFill>
              </a:rPr>
              <a:t>▸ THIS WEEK: decisions 1–5 above + first real metrics roll + email swap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CORE CHANGES: expirations-only calendar, JSON-ified workforce/inspection metrics, env-aware link layer (public + .mil)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CUT REVIEW: roadmap meta-section, stale newsletters, unstaffed programs</a:t>
            </a:r>
          </a:p>
          <a:p>
            <a:pPr/>
            <a:r>
              <a:rPr sz="1500">
                <a:solidFill>
                  <a:srgbClr val="F4F4F0"/>
                </a:solidFill>
              </a:rPr>
              <a:t>▸ THEN: workforce announcement + weekly digest as the standing channel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"/>
            <a:ext cx="12" cy="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C9A227"/>
                </a:solidFill>
              </a:rPr>
              <a:t>One hub. Every artifact. Your lane, your numbers.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F4F4F0"/>
                </a:solidFill>
              </a:rPr>
              <a:t>Compliance is the floor — risk-aware mission enablement is the standard.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"/>
            <a:ext cx="12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AA5B0"/>
                </a:solidFill>
              </a:rPr>
              <a:t>URL: https://dbd1911.github.io/ccoe/  ·  Feedback: Ask the CISO (anonymous)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